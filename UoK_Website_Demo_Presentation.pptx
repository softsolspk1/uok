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Revitalizing the Digital Identity of University of Karachi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i="1">
                <a:solidFill>
                  <a:srgbClr val="C9A567"/>
                </a:solidFill>
              </a:defRPr>
            </a:pPr>
            <a:r>
              <a:t>A Modern Web Experience</a:t>
            </a:r>
          </a:p>
          <a:p>
            <a:pPr>
              <a:defRPr>
                <a:solidFill>
                  <a:srgbClr val="C9A567"/>
                </a:solidFill>
              </a:defRPr>
            </a:pPr>
            <a:r>
              <a:t>Presented to the Vice Chancellor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DE8D6"/>
                </a:solidFill>
              </a:defRPr>
            </a:pPr>
            <a:r>
              <a:t>A web presence that reflects the prestige of UoK (Est. 1951)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Transitioning from legacy infrastructure to a modern, dynamic framework.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Prioritizing accessibility, aesthetic excellence, and institutional pride.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Modern Design Aesthetics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DE8D6"/>
                </a:solidFill>
              </a:defRPr>
            </a:pPr>
            <a:r>
              <a:t>Visual Excellence &amp; User Engagement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Sleek typography (Fraunces &amp; Work Sans) improving readability.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Automatic Dark Mode support adapting to user system preferences seamlessly.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Micro-animations and engaging hover effects creating a 'live' feel.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Navigation &amp; Mobile-First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DE8D6"/>
                </a:solidFill>
              </a:defRPr>
            </a:pPr>
            <a:r>
              <a:t>Intuitive architecture for over 100+ pages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Brand new Global Dropdown Menus ensuring 70+ departments are easily reachable.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Mobile-First Design: The entire UI reflows flawlessly for smartphones.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Custom touch-optimized mobile navigation preventing layout breaking.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4. Automated &amp; Scalable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DE8D6"/>
                </a:solidFill>
              </a:defRPr>
            </a:pPr>
            <a:r>
              <a:t>Built for effortless maintenance and rapid content deployment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Python-driven generation system (gen_departments.py) for all subpages.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Centralized templates ensuring brand consistency across every single page.</a:t>
            </a:r>
          </a:p>
          <a:p>
            <a:pPr lvl="1">
              <a:defRPr>
                <a:solidFill>
                  <a:srgbClr val="EDE8D6"/>
                </a:solidFill>
              </a:defRPr>
            </a:pPr>
            <a:r>
              <a:t>Instant global updates: Changing a menu or layout instantly applies to 100+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9A567"/>
                </a:solidFill>
              </a:defRPr>
            </a:pPr>
            <a: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